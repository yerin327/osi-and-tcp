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59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B4C4E-A088-422B-A33E-D15B83263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A30A99-2175-47E9-9B70-F4F27A2EC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082C6-D104-4595-A110-1E5EE793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824CF4-DC11-4BD4-8541-8651B646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46880-D230-42A7-B0EB-24621856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22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E41B-AC2A-4FDD-8EBE-E017BE9E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4B5CB-7863-4A46-8C13-4B68A649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D7DCD-34F2-4762-817A-565E8239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5A36D0-E6E4-4E84-A60D-6FE79780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08853-4711-412C-883D-3ED18B30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7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5CBF0-4745-4DBE-93EE-2C1FBC3C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0A654-B7EC-4BF9-8BAE-587D9C1C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A5C373-4C4D-429E-A4D2-52900C07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5BDE4D-2692-47B1-A1D4-C2DB145C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06864A-C733-44F3-9AF3-F3EBFE11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7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D669A-6F3B-43BF-AE7C-58003FA6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083373-F06B-4AE4-9A17-69D328235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28DDAB-B0DB-41A8-A8BB-EF3E651FE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F511B6-E5BD-45BD-835B-8982D2BD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50CC35-7FCA-4C2E-9191-6A8BD2ED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3716FD-844D-4CC4-814C-0EB12CA6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6858-2695-4178-8017-8CD740F5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227DC-4D32-4BE7-8162-CAC029B58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74FB58-B36B-43CF-BB8C-5C34C066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319F36-F6C0-450F-8395-235434265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74E428-BD3A-47CF-A4E2-3360B2CAA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D995D8-5906-485F-9ACC-7231AC76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06A6BB-6555-45ED-8F6C-A85D71F5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523AF3-3FB3-4D19-BC54-410F448F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79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3D807-E921-4AA7-913B-85DBD113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8BDB09-2175-478A-8A20-6AC5E2CF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A86F89-1694-4C5E-8603-FA5A9CB5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4520FA-9304-4094-B5E0-D4CDEA79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80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F77315-8EFB-4875-924C-2E84E834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459A76-FF16-474F-BE28-F7C963DC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E3CAF6-9A60-4D9C-AA46-D6C7217C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92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A8FDA-0852-4306-B67B-8E663E36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9DAC08-E429-49BD-A9DD-226017D96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6D7AE9-C908-4C5C-900B-CCCF00EDC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937CAC-A4DF-44CE-99A8-6A981238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6370D4-8511-4589-BF65-6DA2F5C6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517519-B98B-4A37-8BE5-EE57E947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06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A9DBA-C1F4-4208-91AD-82ADBEFD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3AE2B8-2F9E-4114-9501-822C65F61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8F3F36-2A19-4254-820C-69074B075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BB27F-17C4-40D0-84E5-7DD5B03B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8261FD-BE7A-4567-A6BA-198ECA67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CF2CE8-BEE8-463A-957A-A84EC399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31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3252C-853D-4871-9194-75B4FA1D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9A4ED0-BD68-4CB5-BEC6-E054C333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8BF088-D85E-490C-8BAA-D1368DEF1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7B538-27E3-45C1-A61C-D3CCBBD21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7FE6A-C134-4966-BE4A-E639AB5B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654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BDC9F8-9C11-483B-8487-53210810A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F88B1-F9E1-45F7-9B96-1AA9769BC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BA8FCE-6537-46AD-853C-62124000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E11758-24A5-4377-8DBB-E7B3F040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4AE39-0A2E-42E8-85D2-53B00892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0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64C301-13CA-48E2-B165-A72B0447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E48165-F713-4BB7-8F7D-B3F65E8E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96CB3-0CF2-4A05-9DC9-EA4A33EC1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1D1E2-3656-4890-AA54-4783A3B224B9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B2897-8122-4B9F-BC20-2AFED112A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DECD7-9A0E-43DD-82AF-D7B83F9E1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0F5C2-A27D-4837-A1BE-7EFFD8E01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26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80A38CE-41EB-4740-AB68-EF6AC7F4F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16750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9837298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22007614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5893291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22959145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7525480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OSI Model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Layer</a:t>
                      </a:r>
                    </a:p>
                    <a:p>
                      <a:pPr algn="ctr" latinLnBrk="1"/>
                      <a:r>
                        <a:rPr lang="en-US" altLang="ko-KR" sz="2400"/>
                        <a:t>Number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TCP/IP Layer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Other</a:t>
                      </a:r>
                    </a:p>
                    <a:p>
                      <a:pPr algn="ctr" latinLnBrk="1"/>
                      <a:r>
                        <a:rPr lang="en-US" altLang="ko-KR" sz="2400"/>
                        <a:t>protocol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04997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Application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SSH, FTP</a:t>
                      </a:r>
                    </a:p>
                    <a:p>
                      <a:pPr algn="ctr" latinLnBrk="1"/>
                      <a:r>
                        <a:rPr lang="en-US" altLang="ko-KR" sz="2400"/>
                        <a:t>Telnet </a:t>
                      </a:r>
                    </a:p>
                    <a:p>
                      <a:pPr algn="ctr" latinLnBrk="1"/>
                      <a:r>
                        <a:rPr lang="en-US" altLang="ko-KR" sz="2400"/>
                        <a:t>SMTP</a:t>
                      </a:r>
                    </a:p>
                    <a:p>
                      <a:pPr algn="ctr" latinLnBrk="1"/>
                      <a:r>
                        <a:rPr lang="en-US" altLang="ko-KR" sz="2400"/>
                        <a:t>POP3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96082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Presentation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68501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Steve’s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Session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53947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Transport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UDP,SCTP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1988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Network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IPv6, ARP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57461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Data Link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HDLC, </a:t>
                      </a:r>
                    </a:p>
                    <a:p>
                      <a:pPr algn="ctr" latinLnBrk="1"/>
                      <a:r>
                        <a:rPr lang="en-US" altLang="ko-KR" sz="2400"/>
                        <a:t>Frame Relay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37152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Physical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20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623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45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예린 임</dc:creator>
  <cp:lastModifiedBy>예린 임</cp:lastModifiedBy>
  <cp:revision>6</cp:revision>
  <dcterms:created xsi:type="dcterms:W3CDTF">2020-07-12T11:01:32Z</dcterms:created>
  <dcterms:modified xsi:type="dcterms:W3CDTF">2020-07-12T13:30:59Z</dcterms:modified>
</cp:coreProperties>
</file>